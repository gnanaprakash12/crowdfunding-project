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C4F-24A4-4CFA-ADDF-C080E21F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18B28-2707-4C80-8EA2-54B0E6A5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859E-AEAD-42FE-9B23-DA75D965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A895-D440-4614-B182-60734204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3C7A-80EC-47BA-9D8F-DE4632E5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58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C2E1-F1DE-44CC-9F92-0028CE5E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A43A-33B5-4C74-B8D1-BCD0E338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1175-7167-4BC8-B57C-6E4A119A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D4FE-F1DC-4DD3-A94A-E06CB08A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9E6C-4CFE-4485-8475-EF8F18DF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FD46-648F-441A-89D4-EF1CCE6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ECE6-F8B9-433B-AD47-BC33C435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DB90-5FA3-4AE4-AF18-DE4A2D05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F0EA-629C-4FFC-89B0-FDC4FC8D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D897-3693-4350-BFE3-78CC78AA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0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EF5B-81AF-4A68-8CFA-5019C184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ACA5-C6DB-491F-B0FD-AFAF66F9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B5DE-42C0-42D9-9B20-745A6DDA6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BD792-394D-4616-BF41-B204E46F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567C8-7D4C-4611-90EA-926B8FD7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B9F38-A159-430E-8852-9C83DB7A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46E1-96BE-44A1-ACBE-2332498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7C616-B2B3-4A42-9EFF-2277E85C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75413-8F5B-4F52-95BA-C6E0344AE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FD027-8629-4D4C-8F35-A07BE019F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D6908-195B-4F05-9D61-3E33110F5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7F7E-86D2-4F5C-BCC9-46211AB6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1634A-319C-4637-A40F-13D6565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1A508-6088-480C-ACDA-CAF769AB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7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DA17-ED65-491D-937D-51345DAE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E3B69-A289-47B1-931E-106C2C5B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83A8E-DF50-453A-B103-F0045523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F8868-C996-4DBF-9F14-F1CCE8D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0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123F7-9EB9-49BE-B998-723C09ED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5CA01-90BB-4375-BF3D-2E3B00E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31D2-3CA7-45F1-9325-FB51EBD0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2A4D-A8A7-4148-BF11-D294F224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DADB-9CE6-4F05-975D-A9B4AEDB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75876-7381-4BA8-8203-C2FF41C76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95144-BFE6-4A82-85E9-3C8278D1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F1BA-E6D7-4BB0-8F6B-81878689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2B24-DC9B-4547-BF01-A6F5D55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5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8E04-5256-419C-86BB-EB7818CE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C1FB7-F415-4EBF-B9D0-68D30FF48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9BA6-71F5-48AF-893C-DBD4C08A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34E5-279D-409B-B46B-A5CDE91F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6529-4DCB-4E13-A345-5C37CEC6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4460D-5F5C-459A-9334-0076221D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2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D7C-D901-4200-84A3-161DE786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5DDCA-79EB-4111-91E4-AD4146A5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0B0F8-1265-4465-BEDB-308D51C0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4D21-8FD1-41C9-A431-EAAB165A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285E-5DA1-4782-99CC-5D8E6C35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1613E-6C49-4F2F-BD89-2CA876156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BD9B1-20DA-4D03-B62C-117379168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A9BE-4E7D-42AF-AD6B-D5F39553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D15A-8D28-4DBA-B597-1460BB22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1D46-6749-4BD0-870E-EBFD3A91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4673-EC05-4591-B78A-1EA1F482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D303-2DAB-49BD-9188-EFC359700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72E3D-0EA4-455A-889C-C0A4E03F3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190B-0AEF-423C-8B65-054F9491A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FCAD-4AE5-4D88-A6EE-3B9C24BF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9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967318" y="2659559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Bootcamp Program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2823054"/>
              </p:ext>
            </p:extLst>
          </p:nvPr>
        </p:nvGraphicFramePr>
        <p:xfrm>
          <a:off x="1645920" y="1521229"/>
          <a:ext cx="9111728" cy="3735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224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2103469">
                  <a:extLst>
                    <a:ext uri="{9D8B030D-6E8A-4147-A177-3AD203B41FA5}">
                      <a16:colId xmlns:a16="http://schemas.microsoft.com/office/drawing/2014/main" val="1809435339"/>
                    </a:ext>
                  </a:extLst>
                </a:gridCol>
                <a:gridCol w="5194035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107973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37007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j-lt"/>
                        </a:rPr>
                        <a:t>16-09-25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6:00PM -7:00PM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203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24-09-25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6:00PM -7:00PM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j-lt"/>
                        </a:rPr>
                        <a:t>Understand the Dataset and KPIs</a:t>
                      </a:r>
                    </a:p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 of KPI’s using Excel &amp; SQL</a:t>
                      </a:r>
                      <a:endParaRPr lang="en-IN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7752562"/>
                  </a:ext>
                </a:extLst>
              </a:tr>
              <a:tr h="365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30-09-25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6:00PM -7:00PM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Tableau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370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07-10-25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6:00PM -7:00PM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 of KPI’s using Power BI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149713"/>
                  </a:ext>
                </a:extLst>
              </a:tr>
              <a:tr h="370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14-10-25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6:00PM -7:00PM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Final Presentation of the Project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07479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3634B5E-D67D-4D2E-8864-3ACF0DEEB698}"/>
              </a:ext>
            </a:extLst>
          </p:cNvPr>
          <p:cNvSpPr/>
          <p:nvPr/>
        </p:nvSpPr>
        <p:spPr>
          <a:xfrm>
            <a:off x="5042647" y="197223"/>
            <a:ext cx="2106706" cy="57374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IN" dirty="0"/>
              <a:t>Timelines</a:t>
            </a:r>
          </a:p>
        </p:txBody>
      </p:sp>
    </p:spTree>
    <p:extLst>
      <p:ext uri="{BB962C8B-B14F-4D97-AF65-F5344CB8AC3E}">
        <p14:creationId xmlns:p14="http://schemas.microsoft.com/office/powerpoint/2010/main" val="3594588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</TotalTime>
  <Words>59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Dipti Sinha</cp:lastModifiedBy>
  <cp:revision>41</cp:revision>
  <dcterms:created xsi:type="dcterms:W3CDTF">2022-01-08T11:53:28Z</dcterms:created>
  <dcterms:modified xsi:type="dcterms:W3CDTF">2025-09-15T11:51:40Z</dcterms:modified>
</cp:coreProperties>
</file>